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charts/colors2.xml" ContentType="application/vnd.ms-office.chartcolorstyle+xml"/>
  <Override PartName="/ppt/charts/style2.xml" ContentType="application/vnd.ms-office.chartstyl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charts/colors3.xml" ContentType="application/vnd.ms-office.chartcolorstyle+xml"/>
  <Override PartName="/ppt/charts/style3.xml" ContentType="application/vnd.ms-office.chartstyl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5"/>
  </p:notesMasterIdLst>
  <p:sldIdLst>
    <p:sldId r:id="rId10-created" id="256"/>
    <p:sldId r:id="rId11-created" id="257"/>
    <p:sldId r:id="rId12-created" id="25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özepesen sötét stílus 2 – 1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02" d="100"/>
          <a:sy n="202" d="100"/>
        </p:scale>
        <p:origin x="2250" y="17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Relationship Id="rId10-created" Type="http://schemas.openxmlformats.org/officeDocument/2006/relationships/slide" Target="slides/slide4.xml"/><Relationship Id="rId11-created" Type="http://schemas.openxmlformats.org/officeDocument/2006/relationships/slide" Target="slides/slide5.xml"/><Relationship Id="rId12-created" Type="http://schemas.openxmlformats.org/officeDocument/2006/relationships/slide" Target="slides/slide6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
<Relationships xmlns="http://schemas.openxmlformats.org/package/2006/relationships"><Relationship Id="rId3" Type="http://schemas.openxmlformats.org/officeDocument/2006/relationships/package" Target="../embeddings/Microsoft_Excel_Worksheet-created-2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
<Relationships xmlns="http://schemas.openxmlformats.org/package/2006/relationships"><Relationship Id="rId3" Type="http://schemas.openxmlformats.org/officeDocument/2006/relationships/package" Target="../embeddings/Microsoft_Excel_Worksheet-created-3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u-H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3.8441108923884512E-2"/>
          <c:y val="0.22603567913385827"/>
          <c:w val="0.92822555774278215"/>
          <c:h val="0.7049224901574803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Munka1!$B$1</c:f>
              <c:strCache>
                <c:ptCount val="1"/>
                <c:pt idx="0">
                  <c:v>1. adatsor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Munka1!$A$2:$A$5</c:f>
              <c:strCache>
                <c:ptCount val="4"/>
                <c:pt idx="0">
                  <c:v>Kategória 1</c:v>
                </c:pt>
                <c:pt idx="1">
                  <c:v>Kategória 2</c:v>
                </c:pt>
                <c:pt idx="2">
                  <c:v>Kategória 3</c:v>
                </c:pt>
                <c:pt idx="3">
                  <c:v>Kategória 4</c:v>
                </c:pt>
              </c:strCache>
            </c:strRef>
          </c:cat>
          <c:val>
            <c:numRef>
              <c:f>Munka1!$B$2:$B$5</c:f>
              <c:numCache>
                <c:formatCode>General</c:formatCode>
                <c:ptCount val="4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52B-4267-A61E-844BDDF7BA5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065015808"/>
        <c:axId val="2065011488"/>
      </c:barChart>
      <c:catAx>
        <c:axId val="206501580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2065011488"/>
        <c:crosses val="autoZero"/>
        <c:auto val="1"/>
        <c:lblAlgn val="ctr"/>
        <c:lblOffset val="100"/>
        <c:noMultiLvlLbl val="0"/>
      </c:catAx>
      <c:valAx>
        <c:axId val="20650114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650158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u-H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3.8441108923884512E-2"/>
          <c:y val="0.22603567913385827"/>
          <c:w val="0.92822555774278215"/>
          <c:h val="0.70492249015748032"/>
        </c:manualLayout>
      </c:layout>
      <c:barChart>
        <c:barDir val="col"/>
        <c:grouping val="clustered"/>
        <c:varyColors val="0"/>
        <c:ser>
          <c:idx val="0"/>
          <c:order val="1"/>
          <c:tx>
            <c:strRef>
              <c:f>Munka1!$B$1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Munka1!$A$2:$A$5</c:f>
              <c:strCache>
                <c:ptCount val="4"/>
                <c:pt idx="0">
                  <c:v>Bar 1</c:v>
                </c:pt>
                <c:pt idx="1">
                  <c:v>Bar 2</c:v>
                </c:pt>
                <c:pt idx="2">
                  <c:v>Bar 3</c:v>
                </c:pt>
                <c:pt idx="3">
                  <c:v>Bar 4</c:v>
                </c:pt>
              </c:strCache>
            </c:strRef>
          </c:cat>
          <c:val>
            <c:numRef>
              <c:f>Munka1!$B$2:$B$5</c:f>
              <c:numCache>
                <c:formatCode>General</c:formatCode>
                <c:ptCount val="4"/>
                <c:pt idx="0">
                  <c:v>100</c:v>
                </c:pt>
                <c:pt idx="1">
                  <c:v>200</c:v>
                </c:pt>
                <c:pt idx="2">
                  <c:v>150</c:v>
                </c:pt>
                <c:pt idx="3">
                  <c:v>120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52B-4267-A61E-844BDDF7BA5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065015808"/>
        <c:axId val="2065011488"/>
      </c:barChart>
      <c:catAx>
        <c:axId val="206501580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2065011488"/>
        <c:crosses val="autoZero"/>
        <c:auto val="1"/>
        <c:lblAlgn val="ctr"/>
        <c:lblOffset val="100"/>
        <c:noMultiLvlLbl val="0"/>
      </c:catAx>
      <c:valAx>
        <c:axId val="20650114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650158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bfcba1ba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bfcba1ba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bfcba1ba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bfcba1ba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738992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bfcba1ba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bfcba1ba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bfcba1ba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bfcba1ba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738992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-created" Type="http://schemas.openxmlformats.org/officeDocument/2006/relationships/chart" Target="../charts/chart2.xml"/><Relationship Id="rId5-created" Type="http://schemas.openxmlformats.org/officeDocument/2006/relationships/chart" Target="../charts/chart3.xml"/></Relationships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Quarterly Business Review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Q1 2026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/>
        </p:nvSpPr>
        <p:spPr>
          <a:xfrm>
            <a:off x="3635375" y="201075"/>
            <a:ext cx="240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 sz="1800">
                <a:solidFill>
                  <a:schemeClr val="dk2"/>
                </a:solidFill>
              </a:rPr>
              <a:t>Revenue Table</a:t>
            </a:r>
            <a:endParaRPr sz="1800">
              <a:solidFill>
                <a:schemeClr val="dk2"/>
              </a:solidFill>
            </a:endParaRPr>
          </a:p>
        </p:txBody>
      </p:sp>
      <p:graphicFrame>
        <p:nvGraphicFramePr>
          <p:cNvPr id="3" name="Táblázat 2">
            <a:extLst>
              <a:ext uri="{FF2B5EF4-FFF2-40B4-BE49-F238E27FC236}">
                <a16:creationId xmlns:a16="http://schemas.microsoft.com/office/drawing/2014/main" id="{308E7D9A-FECB-4270-5900-079F5D52F9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0552918"/>
              </p:ext>
            </p:extLst>
          </p:nvPr>
        </p:nvGraphicFramePr>
        <p:xfrm>
          <a:off x="1524000" y="904563"/>
          <a:ext cx="6096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 dirty="0"/>
                        <a:t>Region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Q1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Q2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u-HU" dirty="0"/>
                        <a:t>North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hu-HU" dirty="0"/>
                        <a:t>120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140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hu-HU" dirty="0"/>
                        <a:t>South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98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115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hu-HU" dirty="0"/>
                        <a:t>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130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150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/>
        </p:nvSpPr>
        <p:spPr>
          <a:xfrm>
            <a:off x="3368100" y="201075"/>
            <a:ext cx="240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 sz="1800" dirty="0">
                <a:solidFill>
                  <a:schemeClr val="dk2"/>
                </a:solidFill>
              </a:rPr>
              <a:t>Revenue Chart</a:t>
            </a:r>
            <a:endParaRPr sz="1800" dirty="0">
              <a:solidFill>
                <a:schemeClr val="dk2"/>
              </a:solidFill>
            </a:endParaRP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EC90D3EF-7833-E7B6-6628-3A749A1911C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12029586"/>
              </p:ext>
            </p:extLst>
          </p:nvPr>
        </p:nvGraphicFramePr>
        <p:xfrm>
          <a:off x="1571378" y="582075"/>
          <a:ext cx="60960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-created"/>
          </a:graphicData>
        </a:graphic>
      </p:graphicFrame>
    </p:spTree>
    <p:extLst>
      <p:ext uri="{BB962C8B-B14F-4D97-AF65-F5344CB8AC3E}">
        <p14:creationId xmlns:p14="http://schemas.microsoft.com/office/powerpoint/2010/main" val="1210645358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</Words>
  <Application>Microsoft Office PowerPoint</Application>
  <PresentationFormat>Diavetítés a képernyőre (16:9 oldalarány)</PresentationFormat>
  <Paragraphs>17</Paragraphs>
  <Slides>3</Slides>
  <Notes>3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1</vt:i4>
      </vt:variant>
      <vt:variant>
        <vt:lpstr>Téma</vt:lpstr>
      </vt:variant>
      <vt:variant>
        <vt:i4>1</vt:i4>
      </vt:variant>
      <vt:variant>
        <vt:lpstr>Diacímek</vt:lpstr>
      </vt:variant>
      <vt:variant>
        <vt:i4>3</vt:i4>
      </vt:variant>
    </vt:vector>
  </HeadingPairs>
  <TitlesOfParts>
    <vt:vector size="5" baseType="lpstr">
      <vt:lpstr>Arial</vt:lpstr>
      <vt:lpstr>Simple Light</vt:lpstr>
      <vt:lpstr>[1]</vt:lpstr>
      <vt:lpstr>PowerPoint-bemutató</vt:lpstr>
      <vt:lpstr>PowerPoint-bemutató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Sárffy Gergő</dc:creator>
  <cp:lastModifiedBy>Gergő Sárffy</cp:lastModifiedBy>
  <cp:revision>1</cp:revision>
  <dcterms:modified xsi:type="dcterms:W3CDTF">2026-03-01T11:04:48Z</dcterms:modified>
</cp:coreProperties>
</file>