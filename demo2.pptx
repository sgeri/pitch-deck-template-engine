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2250" y="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8441108923884512E-2"/>
          <c:y val="0.22603567913385827"/>
          <c:w val="0.92822555774278215"/>
          <c:h val="0.704922490157480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Munka1!$B$1</c:f>
              <c:strCache>
                <c:ptCount val="1"/>
                <c:pt idx="0">
                  <c:v>1. adatsor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Munka1!$A$2:$A$5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2B-4267-A61E-844BDDF7BA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65015808"/>
        <c:axId val="2065011488"/>
      </c:barChart>
      <c:catAx>
        <c:axId val="2065015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65011488"/>
        <c:crosses val="autoZero"/>
        <c:auto val="1"/>
        <c:lblAlgn val="ctr"/>
        <c:lblOffset val="100"/>
        <c:noMultiLvlLbl val="0"/>
      </c:catAx>
      <c:valAx>
        <c:axId val="2065011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5015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bfcba1b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bfcba1b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bfcba1b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bfcba1b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3899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[1]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[2]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635375" y="201075"/>
            <a:ext cx="240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2"/>
                </a:solidFill>
              </a:rPr>
              <a:t>[3]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308E7D9A-FECB-4270-5900-079F5D52F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552918"/>
              </p:ext>
            </p:extLst>
          </p:nvPr>
        </p:nvGraphicFramePr>
        <p:xfrm>
          <a:off x="1524000" y="904563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089928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8929009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00508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Header1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Header2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Header3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40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V1/1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u-HU" dirty="0"/>
                        <a:t>V1/2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V1/3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978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u-HU" dirty="0"/>
                        <a:t>V2/1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V2/2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V2/3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74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u-HU" dirty="0"/>
                        <a:t>V3/1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V3/2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V3/3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841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368100" y="201075"/>
            <a:ext cx="240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 dirty="0">
                <a:solidFill>
                  <a:schemeClr val="dk2"/>
                </a:solidFill>
              </a:rPr>
              <a:t>[4]</a:t>
            </a:r>
            <a:endParaRPr sz="1800" dirty="0">
              <a:solidFill>
                <a:schemeClr val="dk2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C90D3EF-7833-E7B6-6628-3A749A1911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2029586"/>
              </p:ext>
            </p:extLst>
          </p:nvPr>
        </p:nvGraphicFramePr>
        <p:xfrm>
          <a:off x="1571378" y="582075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1064535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Diavetítés a képernyőre (16:9 oldalarány)</PresentationFormat>
  <Paragraphs>17</Paragraphs>
  <Slides>3</Slides>
  <Notes>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[1]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Sárffy Gergő</dc:creator>
  <cp:lastModifiedBy>Gergő Sárffy</cp:lastModifiedBy>
  <cp:revision>1</cp:revision>
  <dcterms:modified xsi:type="dcterms:W3CDTF">2026-03-01T11:04:48Z</dcterms:modified>
</cp:coreProperties>
</file>