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fcba1b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fcba1b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[1]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[2]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075" y="857250"/>
            <a:ext cx="5966601" cy="36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635375" y="201075"/>
            <a:ext cx="2407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2"/>
                </a:solidFill>
              </a:rPr>
              <a:t>[3]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